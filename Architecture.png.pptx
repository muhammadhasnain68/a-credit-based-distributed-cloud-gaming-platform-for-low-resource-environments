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3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9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1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1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1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4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2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05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7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1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E2DD-13D6-45E0-B043-3A9A5F3E2CC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AF7A2-3410-4BF9-A0FA-F75E286DF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4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511" y="2459843"/>
            <a:ext cx="9144000" cy="24796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User → Credit System → Cloud Server</a:t>
            </a:r>
            <a:br>
              <a:rPr lang="en-US" dirty="0" smtClean="0"/>
            </a:br>
            <a:r>
              <a:rPr lang="en-US" dirty="0" smtClean="0"/>
              <a:t>          ↑</a:t>
            </a:r>
            <a:br>
              <a:rPr lang="en-US" dirty="0" smtClean="0"/>
            </a:br>
            <a:r>
              <a:rPr lang="en-US" dirty="0" smtClean="0"/>
              <a:t>     Compute Nodes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88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User → Credit System → Cloud Server           ↑      Compute Nodes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→ Credit System → Cloud Server           ↑      Compute Nodes</dc:title>
  <dc:creator>dell</dc:creator>
  <cp:lastModifiedBy>dell</cp:lastModifiedBy>
  <cp:revision>1</cp:revision>
  <dcterms:created xsi:type="dcterms:W3CDTF">2026-03-29T02:34:47Z</dcterms:created>
  <dcterms:modified xsi:type="dcterms:W3CDTF">2026-03-29T02:37:36Z</dcterms:modified>
</cp:coreProperties>
</file>